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8" r:id="rId4"/>
    <p:sldId id="257" r:id="rId5"/>
    <p:sldId id="259" r:id="rId6"/>
    <p:sldId id="261" r:id="rId7"/>
    <p:sldId id="260" r:id="rId8"/>
    <p:sldId id="262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4FA"/>
    <a:srgbClr val="E8EFF8"/>
    <a:srgbClr val="ECF1F7"/>
    <a:srgbClr val="ECF0F3"/>
    <a:srgbClr val="EBF2F9"/>
    <a:srgbClr val="FFFFFF"/>
    <a:srgbClr val="D9DDE0"/>
    <a:srgbClr val="EE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58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F5D01-2565-4DCE-A2E5-B155219FD82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6CCFC-C76A-444A-887E-20535FAE8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7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6CCFC-C76A-444A-887E-20535FAE852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18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3" y="762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A1BCCB-2785-93C5-723A-3A95EF33B0D0}"/>
              </a:ext>
            </a:extLst>
          </p:cNvPr>
          <p:cNvSpPr/>
          <p:nvPr/>
        </p:nvSpPr>
        <p:spPr>
          <a:xfrm>
            <a:off x="660400" y="8499194"/>
            <a:ext cx="5181600" cy="3048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64D45-7F38-7335-C12A-0F3AA313EDD3}"/>
              </a:ext>
            </a:extLst>
          </p:cNvPr>
          <p:cNvSpPr/>
          <p:nvPr/>
        </p:nvSpPr>
        <p:spPr>
          <a:xfrm>
            <a:off x="10793393" y="8664133"/>
            <a:ext cx="5486400" cy="45720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DE79BD-59A2-24D5-6B9C-762340DD4D8F}"/>
              </a:ext>
            </a:extLst>
          </p:cNvPr>
          <p:cNvSpPr/>
          <p:nvPr/>
        </p:nvSpPr>
        <p:spPr>
          <a:xfrm>
            <a:off x="13741400" y="8734063"/>
            <a:ext cx="2514600" cy="381000"/>
          </a:xfrm>
          <a:prstGeom prst="rect">
            <a:avLst/>
          </a:prstGeom>
          <a:solidFill>
            <a:srgbClr val="D9DD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C1A716-9435-CA83-1B67-DFADB82C7A95}"/>
              </a:ext>
            </a:extLst>
          </p:cNvPr>
          <p:cNvSpPr/>
          <p:nvPr/>
        </p:nvSpPr>
        <p:spPr>
          <a:xfrm flipV="1">
            <a:off x="10769600" y="8850292"/>
            <a:ext cx="5486400" cy="228600"/>
          </a:xfrm>
          <a:prstGeom prst="rect">
            <a:avLst/>
          </a:prstGeom>
          <a:solidFill>
            <a:srgbClr val="EBF2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160697-9ED0-FB65-391D-3795FBB9F061}"/>
              </a:ext>
            </a:extLst>
          </p:cNvPr>
          <p:cNvSpPr/>
          <p:nvPr/>
        </p:nvSpPr>
        <p:spPr>
          <a:xfrm flipV="1">
            <a:off x="14833600" y="8850292"/>
            <a:ext cx="1422400" cy="141308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354892-3A8E-1008-F5F6-8F8ADC193F19}"/>
              </a:ext>
            </a:extLst>
          </p:cNvPr>
          <p:cNvSpPr/>
          <p:nvPr/>
        </p:nvSpPr>
        <p:spPr>
          <a:xfrm flipV="1">
            <a:off x="14986000" y="8850292"/>
            <a:ext cx="1270000" cy="141308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D6D598-3228-0BC9-5BE9-2B46C3B2E28A}"/>
              </a:ext>
            </a:extLst>
          </p:cNvPr>
          <p:cNvSpPr/>
          <p:nvPr/>
        </p:nvSpPr>
        <p:spPr>
          <a:xfrm flipV="1">
            <a:off x="14833600" y="8850292"/>
            <a:ext cx="1422400" cy="141308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42E0F2-1854-48C9-C1F2-7CA96FD41A14}"/>
              </a:ext>
            </a:extLst>
          </p:cNvPr>
          <p:cNvSpPr/>
          <p:nvPr/>
        </p:nvSpPr>
        <p:spPr>
          <a:xfrm flipV="1">
            <a:off x="14833600" y="8850292"/>
            <a:ext cx="1422400" cy="14130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2BD545-238D-B1FC-8944-7718FF2B30FE}"/>
              </a:ext>
            </a:extLst>
          </p:cNvPr>
          <p:cNvSpPr/>
          <p:nvPr/>
        </p:nvSpPr>
        <p:spPr>
          <a:xfrm flipV="1">
            <a:off x="14833600" y="8850292"/>
            <a:ext cx="1422400" cy="14130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F4FBEF-4E65-49E3-2861-E12C8A689352}"/>
              </a:ext>
            </a:extLst>
          </p:cNvPr>
          <p:cNvSpPr/>
          <p:nvPr/>
        </p:nvSpPr>
        <p:spPr>
          <a:xfrm flipV="1">
            <a:off x="14833600" y="8850292"/>
            <a:ext cx="1422400" cy="141308"/>
          </a:xfrm>
          <a:prstGeom prst="rect">
            <a:avLst/>
          </a:prstGeom>
          <a:solidFill>
            <a:srgbClr val="EC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Office PowerPoint</Application>
  <PresentationFormat>Custom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Samarth M Bhogre</cp:lastModifiedBy>
  <cp:revision>2</cp:revision>
  <dcterms:created xsi:type="dcterms:W3CDTF">2006-08-16T00:00:00Z</dcterms:created>
  <dcterms:modified xsi:type="dcterms:W3CDTF">2026-09-15T09:36:18Z</dcterms:modified>
</cp:coreProperties>
</file>